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30fd0439684b93" /><Relationship Type="http://schemas.openxmlformats.org/officeDocument/2006/relationships/extended-properties" Target="/docProps/app.xml" Id="R0694c62eae984475" /><Relationship Type="http://schemas.openxmlformats.org/officeDocument/2006/relationships/officeDocument" Target="/ppt/presentation.xml" Id="R36bea12b3f204d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7155f98301497e"/>
  </p:sldMasterIdLst>
  <p:notesMasterIdLst>
    <p:notesMasterId xmlns:r="http://schemas.openxmlformats.org/officeDocument/2006/relationships" r:id="R066b565ab3484fdf"/>
  </p:notesMasterIdLst>
  <p:sldIdLst>
    <p:sldId xmlns:r="http://schemas.openxmlformats.org/officeDocument/2006/relationships" id="256" r:id="R5498f4a099294c82"/>
    <p:sldId xmlns:r="http://schemas.openxmlformats.org/officeDocument/2006/relationships" id="257" r:id="Rfb965209935149ae"/>
    <p:sldId xmlns:r="http://schemas.openxmlformats.org/officeDocument/2006/relationships" id="258" r:id="R23b45fca674849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7c49f043de4640" /><Relationship Type="http://schemas.openxmlformats.org/officeDocument/2006/relationships/slideMaster" Target="/ppt/slideMasters/slideMaster1.xml" Id="Rc07155f98301497e" /><Relationship Type="http://schemas.openxmlformats.org/officeDocument/2006/relationships/notesMaster" Target="/ppt/notesMasters/notesMaster1.xml" Id="R066b565ab3484fdf" /><Relationship Type="http://schemas.openxmlformats.org/officeDocument/2006/relationships/presProps" Target="/ppt/presProps.xml" Id="R1d6b7401a57f4da0" /><Relationship Type="http://schemas.openxmlformats.org/officeDocument/2006/relationships/tableStyles" Target="/ppt/tableStyles.xml" Id="Rc8e8853cdc984b4a" /><Relationship Type="http://schemas.openxmlformats.org/officeDocument/2006/relationships/slide" Target="/ppt/slides/slide1.xml" Id="R5498f4a099294c82" /><Relationship Type="http://schemas.openxmlformats.org/officeDocument/2006/relationships/slide" Target="/ppt/slides/slide2.xml" Id="Rfb965209935149ae" /><Relationship Type="http://schemas.openxmlformats.org/officeDocument/2006/relationships/slide" Target="/ppt/slides/slide3.xml" Id="R23b45fca674849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ecd5aa259f41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12ce52a1ac4c2d" /><Relationship Type="http://schemas.openxmlformats.org/officeDocument/2006/relationships/notesMaster" Target="/ppt/notesMasters/notesMaster1.xml" Id="Rce991969a8134d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83b3dd111245fe" /><Relationship Type="http://schemas.openxmlformats.org/officeDocument/2006/relationships/notesMaster" Target="/ppt/notesMasters/notesMaster1.xml" Id="Rbb949a34269f48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51f9e3e9ed4ddd" /><Relationship Type="http://schemas.openxmlformats.org/officeDocument/2006/relationships/notesMaster" Target="/ppt/notesMasters/notesMaster1.xml" Id="R245482c893204e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description and visual direction are based on the Wellheld brand brief supplied for this presentation. Illustration generated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benefit statements describe the intended Wellheld product experience and contain no external quantitative claims. Illustration generated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onboarding sequence based on the Wellheld product concept supplied for this presentation. Illustration generated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85a8c0bbd4e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9a43065fee47a0" /><Relationship Type="http://schemas.openxmlformats.org/officeDocument/2006/relationships/slideLayout" Target="/ppt/slideLayouts/slideLayout1.xml" Id="R23ab798cb08f4e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ab798cb08f4e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53036c7bb47f2" /><Relationship Type="http://schemas.openxmlformats.org/officeDocument/2006/relationships/image" Target="/ppt/media/image.png" Id="R05b4190a33ec4b21" /><Relationship Type="http://schemas.openxmlformats.org/officeDocument/2006/relationships/notesSlide" Target="/ppt/notesSlides/notesSlide1.xml" Id="R1a1366a3edcc4d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2ef2106c847d2" /><Relationship Type="http://schemas.openxmlformats.org/officeDocument/2006/relationships/image" Target="/ppt/media/image2.png" Id="R616f41b7ee8f4202" /><Relationship Type="http://schemas.openxmlformats.org/officeDocument/2006/relationships/notesSlide" Target="/ppt/notesSlides/notesSlide2.xml" Id="R745ab02cdbbc4e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ef7fa596b425e" /><Relationship Type="http://schemas.openxmlformats.org/officeDocument/2006/relationships/image" Target="/ppt/media/image3.png" Id="Rbee7cde5d97f468f" /><Relationship Type="http://schemas.openxmlformats.org/officeDocument/2006/relationships/notesSlide" Target="/ppt/notesSlides/notesSlide3.xml" Id="R92a1a5b86c3944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4190a33ec4b21"/>
          <a:srcRect xmlns:a="http://schemas.openxmlformats.org/drawingml/2006/main" l="23814" t="0" r="23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19B15-1ECF-4775-B700-7A642823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38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545B6-B801-48E0-90EC-A1BD32DB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426CB-882E-4BEF-8C86-7DF862D5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233B"/>
                </a:solidFill>
                <a:latin typeface="Segoe UI"/>
                <a:ea typeface="Segoe UI"/>
                <a:cs typeface="Segoe UI"/>
              </a:defRPr>
            </a:pPr>
            <a:r>
              <a:rPr sz="5100" b="1">
                <a:solidFill>
                  <a:srgbClr val="17233B"/>
                </a:solidFill>
                <a:latin typeface="Segoe UI"/>
                <a:ea typeface="Segoe UI"/>
                <a:cs typeface="Segoe UI"/>
              </a:rPr>
              <a:t>Wellheld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2B1DD-DD08-4DF5-9834-B58AB1F5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56AE6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356AE6"/>
                </a:solidFill>
                <a:latin typeface="Segoe UI"/>
                <a:ea typeface="Segoe UI"/>
                <a:cs typeface="Segoe UI"/>
              </a:rPr>
              <a:t>Your company, well held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17EF2-35DB-4FEC-AB46-0136097D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47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C556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4C5567"/>
                </a:solidFill>
                <a:latin typeface="Segoe UI"/>
                <a:ea typeface="Segoe UI"/>
                <a:cs typeface="Segoe UI"/>
              </a:rPr>
              <a:t>A governed AI team for finance, sales, marketing and support, working under your direction.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0717D-C98F-4DD3-A425-EBB7AFC9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B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7233B"/>
                </a:solidFill>
                <a:latin typeface="Segoe UI"/>
                <a:ea typeface="Segoe UI"/>
                <a:cs typeface="Segoe UI"/>
              </a:rPr>
              <a:t>CALM OPERATIONAL 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C7E9C-9415-4DAA-858A-A90E82DF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34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C5567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4C556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4976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A1DF2-2E6E-47C8-9FCA-F78EADBC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17233B"/>
                </a:solidFill>
                <a:latin typeface="Segoe UI"/>
                <a:ea typeface="Segoe UI"/>
                <a:cs typeface="Segoe UI"/>
              </a:rPr>
              <a:t>One operating team, clear human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E1F11-B51D-4206-A87B-1AB37CB5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872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528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f41b7ee8f4202"/>
          <a:srcRect xmlns:a="http://schemas.openxmlformats.org/drawingml/2006/main" l="14394" t="0" r="143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2150" y="1428750"/>
            <a:ext cx="590550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64D71-3554-4B1B-AFE6-47C8A442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56AE6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356AE6"/>
                </a:solidFill>
                <a:latin typeface="Segoe UI"/>
                <a:ea typeface="Segoe UI"/>
                <a:cs typeface="Segoe UI"/>
              </a:rPr>
              <a:t>What you can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16A05-9C63-4530-A176-245DE860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C5567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4C5567"/>
                </a:solidFill>
                <a:latin typeface="Segoe UI"/>
                <a:ea typeface="Segoe UI"/>
                <a:cs typeface="Segoe UI"/>
              </a:rPr>
              <a:t>Run finance, sales, marketing and support from one shared operating 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886A-0536-43B1-85BD-88E9E4DF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C5567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4C5567"/>
                </a:solidFill>
                <a:latin typeface="Segoe UI"/>
                <a:ea typeface="Segoe UI"/>
                <a:cs typeface="Segoe UI"/>
              </a:rPr>
              <a:t>Review source evidence and approve consequential actions before they leave the company.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E5941-8A4E-4148-8903-73C8CF93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C5567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4C5567"/>
                </a:solidFill>
                <a:latin typeface="Segoe UI"/>
                <a:ea typeface="Segoe UI"/>
                <a:cs typeface="Segoe UI"/>
              </a:rPr>
              <a:t>Let specialist agents prepare work and coordinate handoffs while you retain the right to pause or take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A7ECA-9E2E-442E-9B04-AC0561A5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4324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E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1FC98-F839-4B4B-8E3F-F0ED2284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852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98528"/>
                </a:solidFill>
                <a:latin typeface="Segoe UI"/>
                <a:ea typeface="Segoe UI"/>
                <a:cs typeface="Segoe UI"/>
              </a:rPr>
              <a:t>Business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C4879-B0F1-4816-9536-69343146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33B"/>
                </a:solidFill>
                <a:latin typeface="Segoe UI"/>
                <a:ea typeface="Segoe UI"/>
                <a:cs typeface="Segoe UI"/>
              </a:rPr>
              <a:t>Fewer missed priorities. Faster evidence-backed decisions. More operating capacity with visible limits.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37ABB-9441-4A30-9881-CADBDB86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C5567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4C5567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8340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B1279-C3E9-43E3-AC96-A827CBA9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33B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7233B"/>
                </a:solidFill>
                <a:latin typeface="Segoe UI"/>
                <a:ea typeface="Segoe UI"/>
                <a:cs typeface="Segoe UI"/>
              </a:rPr>
              <a:t>Starting with Wellheld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E4F25-F13B-410F-82FF-FDFBDD50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872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7cde5d97f468f"/>
          <a:srcRect xmlns:a="http://schemas.openxmlformats.org/drawingml/2006/main" l="14485" t="0" r="144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4050" y="1352550"/>
            <a:ext cx="5962650" cy="4724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08938-3A53-410C-A773-A0951E87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852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C9852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1EE00-4212-4CE9-ABB0-F940D5A4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6097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B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233B"/>
                </a:solidFill>
                <a:latin typeface="Segoe UI"/>
                <a:ea typeface="Segoe UI"/>
                <a:cs typeface="Segoe UI"/>
              </a:rPr>
              <a:t>Company workspace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FDC3A-0782-428B-9D16-D8CFC9C3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990725"/>
            <a:ext cx="3857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5567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C5567"/>
                </a:solidFill>
                <a:latin typeface="Segoe UI"/>
                <a:ea typeface="Segoe UI"/>
                <a:cs typeface="Segoe UI"/>
              </a:rPr>
              <a:t>Add the company details, goals, working policies and the information Wellheld may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A0E7F-1D01-40BA-B630-0E81BA03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852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C9852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13573-F7FE-4D88-B532-B825DF24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91465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B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233B"/>
                </a:solidFill>
                <a:latin typeface="Segoe UI"/>
                <a:ea typeface="Segoe UI"/>
                <a:cs typeface="Segoe UI"/>
              </a:rPr>
              <a:t>AI team and limits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F72B7-9D7E-465F-8536-9B52F1AA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295650"/>
            <a:ext cx="3857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5567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C5567"/>
                </a:solidFill>
                <a:latin typeface="Segoe UI"/>
                <a:ea typeface="Segoe UI"/>
                <a:cs typeface="Segoe UI"/>
              </a:rPr>
              <a:t>Choose the specialist roles you need, then define approval points and operating boundaries.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99472-AD81-4A26-8B39-836DF59B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852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C9852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63B7B-A39B-4BB3-A53F-B4D2B454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195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B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233B"/>
                </a:solidFill>
                <a:latin typeface="Segoe UI"/>
                <a:ea typeface="Segoe UI"/>
                <a:cs typeface="Segoe UI"/>
              </a:rPr>
              <a:t>First priorities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74242-1CE3-4A58-AA2F-DAE0AD86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600575"/>
            <a:ext cx="3857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5567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C5567"/>
                </a:solidFill>
                <a:latin typeface="Segoe UI"/>
                <a:ea typeface="Segoe UI"/>
                <a:cs typeface="Segoe UI"/>
              </a:rPr>
              <a:t>Connect the relevant sources and review the first recommended work before expanding further.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1A482-C2D0-4A09-A6E3-8B2C4DEA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4514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9EFF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04FBF-3473-469B-8858-CF7BD9BF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AE6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356AE6"/>
                </a:solidFill>
                <a:latin typeface="Segoe UI"/>
                <a:ea typeface="Segoe UI"/>
                <a:cs typeface="Segoe UI"/>
              </a:rPr>
              <a:t>Most teams begin with one area and expand after the first operating rhythm is established.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A7E9E-B168-4040-87C0-613E5A64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C5567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4C5567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95908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2026-09-05T07:43:57.6510000Z</dcterms:created>
  <dcterms:modified xsi:type="dcterms:W3CDTF">2026-09-05T07:43:57.6510000Z</dcterms:modified>
</coreProperties>
</file>